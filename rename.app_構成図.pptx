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8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BC919F-110A-8C1D-FF2F-78177C4D6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63A898-EDE3-335C-8719-30C0471D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0BD891-6D20-9E66-29AE-7B46F312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32C21-E6E9-3ADD-3012-FF0201FE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23540-4359-A60F-1FA7-E803EC25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22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416C7-FA05-0B20-B7E4-B87CBAE0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199ADD-8074-FDEE-3741-DEF64A3E8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EB638D-391A-F601-EC79-039D127A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249BB4-C465-EB9D-A547-CC4E893CA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D502B4-B2CF-B7AB-9E8F-22D0798C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17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2B5DD3-3ED1-199F-5D0B-18FC7F33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4D6B10-70FF-3145-4B9F-13EB8B24E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3AD5F3-414E-6E88-A5DB-F0205D28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CD2FF9-CC29-2B9D-DB75-645EDFB6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3801C9-74BE-92AF-D1C2-185772E8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80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A9733B-FB24-424F-3995-24F84104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FC386-50C3-B306-493E-EA79432DB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D64703-688F-826B-6D17-F06B070E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A4C4A8-C0DB-F9B4-4281-7262681D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981CAE-0FF8-1FA6-992C-287CF1AD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E879FB-0B03-CB7C-C043-86B49027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77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08925B-5AEE-2A6E-B705-2556546C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5E2702-936D-864E-0D16-151FA554F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F9C0D8-CB4F-D92F-7766-B60D69EE7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B06CEE-364C-7079-501C-523D8E60E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E6A1BA-9345-68ED-6B3D-4899D2F64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998DC3-E539-940A-8D95-E0EDFF7E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037257-BE5D-86D5-D5F6-5A0CE462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00C6E4-DBF5-F56A-442E-7732C9C6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86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88EB9-5918-1A3A-E1CA-EFA2AEFD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313B0E-7D80-E718-0C47-2DB8D319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56AE56-24EB-C6C7-0FAE-C20837D90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283C9E-D59D-7BF9-A522-99CD1A5B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17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6CF3DA-A862-F81A-B047-33638AD7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0B16EA-577F-2F40-60D1-FB4FE062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619EAB-AA77-F6AD-2753-EFDE309A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04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E677A2-69DF-83A0-8353-2DB1A3BB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C67418-A696-C26B-0DED-BC9C62A9D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5ACA5C-7EB3-AA8E-CFFA-44F523E3E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2AC44E-8224-9459-CDFF-A9C8D3E5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B28786-3E22-9A15-1C49-04A81925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6EC2F6-EF71-6D0A-9B7D-A6E186F2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80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60C309-9D44-2E34-73F6-2307280A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5C1F155-EEFD-04BD-1AA1-64C0CA40D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6D2D00-8719-6466-B9A8-984546FC4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9C178B-7BD2-EFE9-1EDC-8FD1D9AC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A98A9A-89F2-C92E-D927-4BD8D4A8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3EC446-907F-1360-384E-CF42E140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22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B6DF0F-01C6-9637-4097-CB0D672F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861977-A8AF-7327-F5E1-B56BCD97E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46EC16-BF52-BD39-418C-894C94D6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39F87D-55FB-7AF3-4ECE-CB4AEC8B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9D00AC-6A53-E9A2-1898-6413DFA6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79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652C8E-C5E0-9892-2081-C1AF012CF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0106CF-FC02-7392-B4C1-8F78EA952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D835B9-AA08-8934-775B-6F1EFD47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5EBB7-3C3F-C5EC-E0F8-FB5ED8DF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58CE49-1772-ACBC-013C-04BACC83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790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435A1E-0869-5A1A-5891-9DDC4F48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B45AAC-AC7F-D612-FD94-0469D4A95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B053F-78F6-DC2E-022E-D59C8C355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DDA0F-4AA9-4FEA-88E7-99EC1F9879B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3DE68B-9C39-3E0D-D857-3662E5AA4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33D2C-78A2-E9CA-7A3B-738303301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DD066-EF44-4CBC-AA60-6AB55A2B58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48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DEBEFD-55A7-CCFA-DEA3-4E758DBA0029}"/>
              </a:ext>
            </a:extLst>
          </p:cNvPr>
          <p:cNvSpPr txBox="1"/>
          <p:nvPr/>
        </p:nvSpPr>
        <p:spPr>
          <a:xfrm>
            <a:off x="237744" y="749367"/>
            <a:ext cx="246278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 err="1"/>
              <a:t>r</a:t>
            </a:r>
            <a:r>
              <a:rPr kumimoji="1" lang="en-US" altLang="ja-JP" sz="3200" dirty="0" err="1"/>
              <a:t>ename.app</a:t>
            </a:r>
            <a:endParaRPr kumimoji="1" lang="en-US" altLang="ja-JP" sz="32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92E2EE-E6FC-A4F9-9F74-84FFD42038A3}"/>
              </a:ext>
            </a:extLst>
          </p:cNvPr>
          <p:cNvSpPr txBox="1"/>
          <p:nvPr/>
        </p:nvSpPr>
        <p:spPr>
          <a:xfrm>
            <a:off x="2895600" y="1125593"/>
            <a:ext cx="3200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 err="1"/>
              <a:t>d</a:t>
            </a:r>
            <a:r>
              <a:rPr kumimoji="1" lang="en-US" altLang="ja-JP" sz="3200" dirty="0" err="1"/>
              <a:t>ata_stage</a:t>
            </a:r>
            <a:r>
              <a:rPr lang="en-US" altLang="ja-JP" sz="3200" dirty="0" err="1"/>
              <a:t>ging</a:t>
            </a:r>
            <a:endParaRPr kumimoji="1" lang="en-US" altLang="ja-JP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12B0CA-DB6E-C5A2-B0C7-03E22D0A0BC9}"/>
              </a:ext>
            </a:extLst>
          </p:cNvPr>
          <p:cNvSpPr txBox="1"/>
          <p:nvPr/>
        </p:nvSpPr>
        <p:spPr>
          <a:xfrm>
            <a:off x="2865120" y="2211304"/>
            <a:ext cx="3200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 err="1"/>
              <a:t>d</a:t>
            </a:r>
            <a:r>
              <a:rPr kumimoji="1" lang="en-US" altLang="ja-JP" sz="3200" dirty="0" err="1"/>
              <a:t>ata</a:t>
            </a:r>
            <a:r>
              <a:rPr lang="en-US" altLang="ja-JP" sz="3200" dirty="0" err="1"/>
              <a:t>sat</a:t>
            </a:r>
            <a:endParaRPr kumimoji="1" lang="en-US" altLang="ja-JP" sz="3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75AEEF-9E54-83CC-AB7B-2CDE61B4572C}"/>
              </a:ext>
            </a:extLst>
          </p:cNvPr>
          <p:cNvSpPr txBox="1"/>
          <p:nvPr/>
        </p:nvSpPr>
        <p:spPr>
          <a:xfrm>
            <a:off x="6729984" y="2310733"/>
            <a:ext cx="173126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daikon</a:t>
            </a:r>
            <a:endParaRPr kumimoji="1"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9545CA4-18A1-B7DF-E1B0-467510D338C0}"/>
              </a:ext>
            </a:extLst>
          </p:cNvPr>
          <p:cNvSpPr txBox="1"/>
          <p:nvPr/>
        </p:nvSpPr>
        <p:spPr>
          <a:xfrm>
            <a:off x="6178295" y="4791823"/>
            <a:ext cx="251764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 err="1"/>
              <a:t>komatsuna</a:t>
            </a:r>
            <a:endParaRPr kumimoji="1" lang="en-US" altLang="ja-JP" sz="3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88D8A82-AF3D-D669-01B7-C4CBACFB05D6}"/>
              </a:ext>
            </a:extLst>
          </p:cNvPr>
          <p:cNvSpPr txBox="1"/>
          <p:nvPr/>
        </p:nvSpPr>
        <p:spPr>
          <a:xfrm>
            <a:off x="6266688" y="5702673"/>
            <a:ext cx="251764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 err="1"/>
              <a:t>etcetra</a:t>
            </a:r>
            <a:endParaRPr kumimoji="1" lang="en-US" altLang="ja-JP" sz="3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5DEC9BB-87FC-8A48-36BB-6DE19DA019C8}"/>
              </a:ext>
            </a:extLst>
          </p:cNvPr>
          <p:cNvSpPr txBox="1"/>
          <p:nvPr/>
        </p:nvSpPr>
        <p:spPr>
          <a:xfrm>
            <a:off x="9125712" y="2310733"/>
            <a:ext cx="120040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train</a:t>
            </a:r>
            <a:endParaRPr kumimoji="1" lang="en-US" altLang="ja-JP" sz="3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5F26A87-6F68-BDC3-5669-D7B65AD29513}"/>
              </a:ext>
            </a:extLst>
          </p:cNvPr>
          <p:cNvSpPr txBox="1"/>
          <p:nvPr/>
        </p:nvSpPr>
        <p:spPr>
          <a:xfrm>
            <a:off x="10735056" y="3156443"/>
            <a:ext cx="145694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labels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046A8D-C1C7-9BFA-BAFE-FC543627CF72}"/>
              </a:ext>
            </a:extLst>
          </p:cNvPr>
          <p:cNvSpPr txBox="1"/>
          <p:nvPr/>
        </p:nvSpPr>
        <p:spPr>
          <a:xfrm>
            <a:off x="10735056" y="2259449"/>
            <a:ext cx="145694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image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B1DE4D0-66B1-0ED0-08D8-437CCAECB289}"/>
              </a:ext>
            </a:extLst>
          </p:cNvPr>
          <p:cNvCxnSpPr>
            <a:cxnSpLocks/>
          </p:cNvCxnSpPr>
          <p:nvPr/>
        </p:nvCxnSpPr>
        <p:spPr>
          <a:xfrm>
            <a:off x="1481328" y="1334142"/>
            <a:ext cx="0" cy="3950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67ECD40-6A2B-7DC5-4E41-9F7CF353720E}"/>
              </a:ext>
            </a:extLst>
          </p:cNvPr>
          <p:cNvCxnSpPr>
            <a:cxnSpLocks/>
          </p:cNvCxnSpPr>
          <p:nvPr/>
        </p:nvCxnSpPr>
        <p:spPr>
          <a:xfrm flipH="1">
            <a:off x="1481328" y="1452130"/>
            <a:ext cx="1170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42D8160-CB93-F792-6391-5FD018AEE569}"/>
              </a:ext>
            </a:extLst>
          </p:cNvPr>
          <p:cNvCxnSpPr>
            <a:cxnSpLocks/>
          </p:cNvCxnSpPr>
          <p:nvPr/>
        </p:nvCxnSpPr>
        <p:spPr>
          <a:xfrm flipH="1">
            <a:off x="1481328" y="2507360"/>
            <a:ext cx="1170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1BFF1C4-F524-F650-6803-9979568F3F46}"/>
              </a:ext>
            </a:extLst>
          </p:cNvPr>
          <p:cNvCxnSpPr>
            <a:cxnSpLocks/>
          </p:cNvCxnSpPr>
          <p:nvPr/>
        </p:nvCxnSpPr>
        <p:spPr>
          <a:xfrm flipH="1">
            <a:off x="6059424" y="2551836"/>
            <a:ext cx="6705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156E106E-3E56-2AD5-5C7E-D6CDC11CBB09}"/>
              </a:ext>
            </a:extLst>
          </p:cNvPr>
          <p:cNvCxnSpPr>
            <a:cxnSpLocks/>
          </p:cNvCxnSpPr>
          <p:nvPr/>
        </p:nvCxnSpPr>
        <p:spPr>
          <a:xfrm flipH="1">
            <a:off x="8461248" y="2503690"/>
            <a:ext cx="6705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9A94461-9E7B-48C9-B54F-546F970E35A2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0296652" y="2551837"/>
            <a:ext cx="438404" cy="43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E82B2E2-14BF-26BE-A2EE-5CCA906BEDE0}"/>
              </a:ext>
            </a:extLst>
          </p:cNvPr>
          <p:cNvCxnSpPr>
            <a:cxnSpLocks/>
          </p:cNvCxnSpPr>
          <p:nvPr/>
        </p:nvCxnSpPr>
        <p:spPr>
          <a:xfrm flipH="1">
            <a:off x="10492045" y="3514125"/>
            <a:ext cx="2430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AD75DA4-4402-DE11-EF1C-A5A10D995BA3}"/>
              </a:ext>
            </a:extLst>
          </p:cNvPr>
          <p:cNvCxnSpPr>
            <a:cxnSpLocks/>
          </p:cNvCxnSpPr>
          <p:nvPr/>
        </p:nvCxnSpPr>
        <p:spPr>
          <a:xfrm flipV="1">
            <a:off x="10492045" y="2551836"/>
            <a:ext cx="0" cy="962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835F2C5-8B6D-6076-E46D-F0D3AC03F327}"/>
              </a:ext>
            </a:extLst>
          </p:cNvPr>
          <p:cNvSpPr txBox="1"/>
          <p:nvPr/>
        </p:nvSpPr>
        <p:spPr>
          <a:xfrm>
            <a:off x="6971792" y="333476"/>
            <a:ext cx="173126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1_new</a:t>
            </a:r>
            <a:endParaRPr kumimoji="1" lang="en-US" altLang="ja-JP" sz="32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DCC5EF3-C69B-8AE8-8FE5-C7FBB0359FB6}"/>
              </a:ext>
            </a:extLst>
          </p:cNvPr>
          <p:cNvSpPr txBox="1"/>
          <p:nvPr/>
        </p:nvSpPr>
        <p:spPr>
          <a:xfrm>
            <a:off x="6971792" y="1073206"/>
            <a:ext cx="251968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2_nenamed</a:t>
            </a:r>
            <a:endParaRPr kumimoji="1" lang="en-US" altLang="ja-JP" sz="32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66A9E2D-3E57-4FCC-996C-DD025F0BF414}"/>
              </a:ext>
            </a:extLst>
          </p:cNvPr>
          <p:cNvSpPr txBox="1"/>
          <p:nvPr/>
        </p:nvSpPr>
        <p:spPr>
          <a:xfrm>
            <a:off x="6971792" y="1626529"/>
            <a:ext cx="251968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3_labels</a:t>
            </a:r>
            <a:endParaRPr kumimoji="1" lang="en-US" altLang="ja-JP" sz="3200" dirty="0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66AC56D-EC31-D4D0-6B0F-33479E15330D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6144768" y="1365594"/>
            <a:ext cx="827024" cy="658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FCC2829E-165D-990C-F8C4-CD27120F43F3}"/>
              </a:ext>
            </a:extLst>
          </p:cNvPr>
          <p:cNvCxnSpPr>
            <a:cxnSpLocks/>
          </p:cNvCxnSpPr>
          <p:nvPr/>
        </p:nvCxnSpPr>
        <p:spPr>
          <a:xfrm flipH="1">
            <a:off x="6558280" y="1901202"/>
            <a:ext cx="395224" cy="177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EC769A5E-5176-0213-CD56-A6260EAE4877}"/>
              </a:ext>
            </a:extLst>
          </p:cNvPr>
          <p:cNvCxnSpPr>
            <a:cxnSpLocks/>
          </p:cNvCxnSpPr>
          <p:nvPr/>
        </p:nvCxnSpPr>
        <p:spPr>
          <a:xfrm flipH="1">
            <a:off x="6532372" y="570552"/>
            <a:ext cx="395224" cy="177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DADCF466-EF62-7395-8303-C4E9547B0C9E}"/>
              </a:ext>
            </a:extLst>
          </p:cNvPr>
          <p:cNvCxnSpPr>
            <a:cxnSpLocks/>
          </p:cNvCxnSpPr>
          <p:nvPr/>
        </p:nvCxnSpPr>
        <p:spPr>
          <a:xfrm>
            <a:off x="6578600" y="625863"/>
            <a:ext cx="0" cy="12176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楕円 49">
            <a:extLst>
              <a:ext uri="{FF2B5EF4-FFF2-40B4-BE49-F238E27FC236}">
                <a16:creationId xmlns:a16="http://schemas.microsoft.com/office/drawing/2014/main" id="{A0E012DB-BBCA-B0B2-4CFA-E6F17D67EB83}"/>
              </a:ext>
            </a:extLst>
          </p:cNvPr>
          <p:cNvSpPr/>
          <p:nvPr/>
        </p:nvSpPr>
        <p:spPr>
          <a:xfrm>
            <a:off x="7333488" y="3032980"/>
            <a:ext cx="54863" cy="8380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0F560640-8A5D-3752-9CD8-1D84F70A312C}"/>
              </a:ext>
            </a:extLst>
          </p:cNvPr>
          <p:cNvSpPr/>
          <p:nvPr/>
        </p:nvSpPr>
        <p:spPr>
          <a:xfrm>
            <a:off x="7333488" y="3245424"/>
            <a:ext cx="54863" cy="8380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BF6115A0-9EDB-A86E-EF2C-2B9B1C64BB80}"/>
              </a:ext>
            </a:extLst>
          </p:cNvPr>
          <p:cNvSpPr/>
          <p:nvPr/>
        </p:nvSpPr>
        <p:spPr>
          <a:xfrm>
            <a:off x="7360919" y="3560102"/>
            <a:ext cx="54863" cy="8380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0DB5C75-04D7-F1B9-7B28-694DE3473B1A}"/>
              </a:ext>
            </a:extLst>
          </p:cNvPr>
          <p:cNvSpPr txBox="1"/>
          <p:nvPr/>
        </p:nvSpPr>
        <p:spPr>
          <a:xfrm>
            <a:off x="2895600" y="3379831"/>
            <a:ext cx="3200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 err="1"/>
              <a:t>streamlit</a:t>
            </a:r>
            <a:endParaRPr kumimoji="1" lang="en-US" altLang="ja-JP" sz="32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F223A125-34A5-81E8-6F04-1B86E7A328D6}"/>
              </a:ext>
            </a:extLst>
          </p:cNvPr>
          <p:cNvSpPr txBox="1"/>
          <p:nvPr/>
        </p:nvSpPr>
        <p:spPr>
          <a:xfrm>
            <a:off x="2859024" y="4500212"/>
            <a:ext cx="32004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200" dirty="0" err="1"/>
              <a:t>Rename_new_image</a:t>
            </a:r>
            <a:r>
              <a:rPr lang="ja-JP" altLang="en-US" sz="3200" dirty="0"/>
              <a:t>など必要なファイル達</a:t>
            </a:r>
            <a:endParaRPr kumimoji="1" lang="en-US" altLang="ja-JP" sz="3200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DA309B5F-C2D0-8969-EF77-4138D45C23A4}"/>
              </a:ext>
            </a:extLst>
          </p:cNvPr>
          <p:cNvCxnSpPr>
            <a:cxnSpLocks/>
          </p:cNvCxnSpPr>
          <p:nvPr/>
        </p:nvCxnSpPr>
        <p:spPr>
          <a:xfrm flipH="1">
            <a:off x="1481328" y="3716794"/>
            <a:ext cx="1170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A73D9F5C-7850-69E4-BCFD-BC218B8BE989}"/>
              </a:ext>
            </a:extLst>
          </p:cNvPr>
          <p:cNvCxnSpPr>
            <a:cxnSpLocks/>
          </p:cNvCxnSpPr>
          <p:nvPr/>
        </p:nvCxnSpPr>
        <p:spPr>
          <a:xfrm flipH="1">
            <a:off x="1481328" y="5285042"/>
            <a:ext cx="11704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7E6B3626-41E3-63F2-9B5E-608F75D6A070}"/>
              </a:ext>
            </a:extLst>
          </p:cNvPr>
          <p:cNvCxnSpPr>
            <a:cxnSpLocks/>
          </p:cNvCxnSpPr>
          <p:nvPr/>
        </p:nvCxnSpPr>
        <p:spPr>
          <a:xfrm flipV="1">
            <a:off x="8695943" y="2503690"/>
            <a:ext cx="0" cy="1641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F002897-5E3F-6F52-0AFF-20F9195F3A30}"/>
              </a:ext>
            </a:extLst>
          </p:cNvPr>
          <p:cNvCxnSpPr>
            <a:cxnSpLocks/>
          </p:cNvCxnSpPr>
          <p:nvPr/>
        </p:nvCxnSpPr>
        <p:spPr>
          <a:xfrm flipH="1">
            <a:off x="8560468" y="4145399"/>
            <a:ext cx="438404" cy="43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7A5099EB-832F-4940-F9F6-466F3DFEA11B}"/>
              </a:ext>
            </a:extLst>
          </p:cNvPr>
          <p:cNvSpPr txBox="1"/>
          <p:nvPr/>
        </p:nvSpPr>
        <p:spPr>
          <a:xfrm>
            <a:off x="8998872" y="3901613"/>
            <a:ext cx="120040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 err="1"/>
              <a:t>val</a:t>
            </a:r>
            <a:endParaRPr kumimoji="1" lang="en-US" altLang="ja-JP" sz="32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E46512AE-DDEA-0F32-41AD-D3413BA5749C}"/>
              </a:ext>
            </a:extLst>
          </p:cNvPr>
          <p:cNvSpPr txBox="1"/>
          <p:nvPr/>
        </p:nvSpPr>
        <p:spPr>
          <a:xfrm>
            <a:off x="10492045" y="4815683"/>
            <a:ext cx="145694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labels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0C3F11BF-56CA-B69F-8F38-898B2FFFA702}"/>
              </a:ext>
            </a:extLst>
          </p:cNvPr>
          <p:cNvSpPr txBox="1"/>
          <p:nvPr/>
        </p:nvSpPr>
        <p:spPr>
          <a:xfrm>
            <a:off x="10492045" y="3918689"/>
            <a:ext cx="145694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image</a:t>
            </a: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991AE998-C8D6-C2E2-4C90-15C2522FFBC4}"/>
              </a:ext>
            </a:extLst>
          </p:cNvPr>
          <p:cNvCxnSpPr>
            <a:cxnSpLocks/>
          </p:cNvCxnSpPr>
          <p:nvPr/>
        </p:nvCxnSpPr>
        <p:spPr>
          <a:xfrm flipH="1">
            <a:off x="10249034" y="5173365"/>
            <a:ext cx="2430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008BA7F3-E210-9FD9-745B-4CCC8AA26C87}"/>
              </a:ext>
            </a:extLst>
          </p:cNvPr>
          <p:cNvCxnSpPr>
            <a:cxnSpLocks/>
          </p:cNvCxnSpPr>
          <p:nvPr/>
        </p:nvCxnSpPr>
        <p:spPr>
          <a:xfrm flipV="1">
            <a:off x="10249034" y="4211076"/>
            <a:ext cx="0" cy="962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04753FEB-301C-37CC-3362-05BF2C42E785}"/>
              </a:ext>
            </a:extLst>
          </p:cNvPr>
          <p:cNvCxnSpPr>
            <a:cxnSpLocks/>
          </p:cNvCxnSpPr>
          <p:nvPr/>
        </p:nvCxnSpPr>
        <p:spPr>
          <a:xfrm flipH="1">
            <a:off x="10106914" y="4197614"/>
            <a:ext cx="438404" cy="43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31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36</Words>
  <Application>Microsoft Office PowerPoint</Application>
  <PresentationFormat>ワイド画面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僚太 赤井</dc:creator>
  <cp:lastModifiedBy>僚太 赤井</cp:lastModifiedBy>
  <cp:revision>2</cp:revision>
  <dcterms:created xsi:type="dcterms:W3CDTF">2026-07-17T07:07:31Z</dcterms:created>
  <dcterms:modified xsi:type="dcterms:W3CDTF">2026-07-17T07:29:51Z</dcterms:modified>
</cp:coreProperties>
</file>